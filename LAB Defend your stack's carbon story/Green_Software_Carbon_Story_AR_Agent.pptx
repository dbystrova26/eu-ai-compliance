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3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156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SOFTWARE AUDIT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A&amp;R Artist Intelligence Agent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Defending the Carbon Story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B — Retrofit Audit  ·  Daria Bystrova  ·  Believe  ·  May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3657600"/>
            <a:ext cx="1920240" cy="502920"/>
          </a:xfrm>
          <a:prstGeom prst="rect">
            <a:avLst/>
          </a:prstGeom>
          <a:solidFill>
            <a:srgbClr val="2A4A2A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02920" y="3657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3657600"/>
            <a:ext cx="1920240" cy="502920"/>
          </a:xfrm>
          <a:prstGeom prst="rect">
            <a:avLst/>
          </a:prstGeom>
          <a:solidFill>
            <a:srgbClr val="2A4A2A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2606040" y="3657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3657600"/>
            <a:ext cx="1920240" cy="502920"/>
          </a:xfrm>
          <a:prstGeom prst="rect">
            <a:avLst/>
          </a:prstGeom>
          <a:solidFill>
            <a:srgbClr val="2A4A2A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709160" y="3657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12280" y="3657600"/>
            <a:ext cx="1920240" cy="502920"/>
          </a:xfrm>
          <a:prstGeom prst="rect">
            <a:avLst/>
          </a:prstGeom>
          <a:solidFill>
            <a:srgbClr val="2A4A2A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812280" y="3657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UNIT  ·  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8458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A2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"One completed artist evaluation</a:t>
            </a:r>
            <a:endParaRPr lang="en-US" sz="2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A2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returning SIGN/WATCH/PASS with reasoning"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2194560"/>
            <a:ext cx="38404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3840480" cy="457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Triage evaluation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 seconds · 2 Claude API calls · ~2800 tokens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17720" y="2194560"/>
            <a:ext cx="38404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40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4617720" y="2194560"/>
            <a:ext cx="3840480" cy="45720"/>
          </a:xfrm>
          <a:prstGeom prst="rect">
            <a:avLst/>
          </a:prstGeom>
          <a:solidFill>
            <a:srgbClr val="8B400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75488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4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report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697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minutes · 3–5 Claude API calls · ~12,000 tokens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749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report ≈ 8–10× more expensive than triage per 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160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Audience: Head of Technology, Believe · Goal: reduce cost and carbon per R without compromising A&amp;R quality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DEFENCE  ·  HOTSPOTS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A2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compute concentrates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321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594360" y="1444752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" y="13624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calls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87552" y="16002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calls per triage · 3–5 per report · large model · long context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223760" y="1444752"/>
            <a:ext cx="13716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223760" y="1444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02920" y="1920240"/>
            <a:ext cx="8321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594360" y="2039112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94360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87552" y="19568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cold starts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87552" y="21945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30–50s wasted compute per cold start · free tier spins down at 15min idle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223760" y="2039112"/>
            <a:ext cx="137160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7223760" y="2039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02920" y="2514600"/>
            <a:ext cx="8321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594360" y="2633472"/>
            <a:ext cx="274320" cy="2743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9436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87552" y="25511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Uncached API calls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87552" y="278892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Spotify/Last.fm/YouTube re-fetched for every evaluation of same artist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23760" y="2633472"/>
            <a:ext cx="137160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7223760" y="2633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2920" y="3108960"/>
            <a:ext cx="8321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594360" y="3227832"/>
            <a:ext cx="274320" cy="2743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59436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87552" y="31455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research nodes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87552" y="33832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runs 4 data nodes sequentially · server idles during each API wait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223760" y="3227832"/>
            <a:ext cx="137160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7223760" y="3227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02920" y="3703320"/>
            <a:ext cx="8321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594360" y="3822192"/>
            <a:ext cx="274320" cy="2743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594360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87552" y="37398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embedding (uncached)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87552" y="39776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artist always produces same embedding · re-computed every research run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223760" y="3822192"/>
            <a:ext cx="1371600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7223760" y="3822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DEFENCE  ·  HONEST ASSUMPTIONS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A2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 know vs. what I guessed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321040" cy="274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33756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know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08076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don't know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8321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94360" y="16824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/ grid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337560" y="16824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Frankfurt EU · German grid ~400g CO₂/kWh avg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080760" y="16824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Render's actual data centre power mix · renewable certificates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148840"/>
            <a:ext cx="8321040" cy="457200"/>
          </a:xfrm>
          <a:prstGeom prst="rect">
            <a:avLst/>
          </a:prstGeom>
          <a:solidFill>
            <a:srgbClr val="F0F5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94360" y="218541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size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37560" y="218541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4.5 · mid-range · not smallest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080760" y="218541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compute per token on Anthropic infra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651760"/>
            <a:ext cx="8321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94360" y="268833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pattern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268833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· one at a time · no batching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80760" y="268833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evaluation volume · peak vs off-peak patterns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3154680"/>
            <a:ext cx="8321040" cy="457200"/>
          </a:xfrm>
          <a:prstGeom prst="rect">
            <a:avLst/>
          </a:prstGeom>
          <a:solidFill>
            <a:srgbClr val="F0F5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94360" y="319125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counts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37560" y="319125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~2800 input tokens per triage · ~12K per research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080760" y="319125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logged anywhere currently — must instrument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3657600"/>
            <a:ext cx="8321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94360" y="369417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 freq.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37560" y="369417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spins down at 15min · estimated 5–8/day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080760" y="369417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cold start rate · session clustering patterns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3159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believe this?" — These hotspots are identified from code structure, not measurement. The measurement plan on Slide 10 validates or revises them with real data.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GSF PILLARS MAP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A2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hotspots touch the four pillars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2024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06040" y="1371600"/>
            <a:ext cx="1920240" cy="3200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260604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192024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70916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12280" y="1371600"/>
            <a:ext cx="1920240" cy="3200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812280" y="1371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1828800"/>
            <a:ext cx="83210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94360" y="19019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calls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192024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383280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0" y="1920240"/>
            <a:ext cx="256032" cy="25603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486400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692640" y="1920240"/>
            <a:ext cx="256032" cy="25603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9692640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2331720"/>
            <a:ext cx="8321040" cy="438912"/>
          </a:xfrm>
          <a:prstGeom prst="rect">
            <a:avLst/>
          </a:prstGeom>
          <a:solidFill>
            <a:srgbClr val="F0F5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94360" y="2404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cold starts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0" y="2423160"/>
            <a:ext cx="256032" cy="25603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486400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589520" y="2423160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7589520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692640" y="2423160"/>
            <a:ext cx="256032" cy="25603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9692640" y="2423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2834640"/>
            <a:ext cx="83210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94360" y="2907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Uncached API calls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83280" y="292608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3383280" y="2926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0" y="2926080"/>
            <a:ext cx="256032" cy="25603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5486400" y="2926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692640" y="2926080"/>
            <a:ext cx="256032" cy="25603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9692640" y="2926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2920" y="3337560"/>
            <a:ext cx="8321040" cy="438912"/>
          </a:xfrm>
          <a:prstGeom prst="rect">
            <a:avLst/>
          </a:prstGeom>
          <a:solidFill>
            <a:srgbClr val="F0F5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594360" y="34107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nodes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0" y="3429000"/>
            <a:ext cx="256032" cy="25603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5486400" y="3429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589520" y="3429000"/>
            <a:ext cx="256032" cy="2560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7589520" y="3429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692640" y="3429000"/>
            <a:ext cx="256032" cy="25603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9692640" y="3429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2920" y="3840480"/>
            <a:ext cx="83210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594360" y="3913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embedding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383280" y="393192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338328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486400" y="3931920"/>
            <a:ext cx="256032" cy="25603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548640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9692640" y="3931920"/>
            <a:ext cx="256032" cy="25603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/>
          <p:nvPr/>
        </p:nvSpPr>
        <p:spPr>
          <a:xfrm>
            <a:off x="969264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5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1  ·  QUICK WIN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Cache streaming data (24h TTL)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Spotify, Last.fm, YouTube re-fetched for every evaluation. Repeat artist = wasted API calls.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2084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2340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existing NewsAPI 24h cache to all 4 data sources. Same pattern, minimal code change.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8895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314553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external API calls for repeat artists within 24h window. ~3–5s latency reduction per cached R.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694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outcome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39502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response for A&amp;R managers; lower API cost; reduced Spotify rate limit risk.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566928"/>
            <a:ext cx="868680" cy="2743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858000" y="5669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Pillar: Energy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7863840" y="566928"/>
            <a:ext cx="8686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863840" y="5669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Pillar: Carbon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C96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50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2  ·  MEDIUM EFFORT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Right-size model: Haiku for label check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label check is a binary yes/no classification. Currently uses Claude Sonnet 4.5 — a large model for a simple lookup task.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2084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2340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label check to Claude Haiku (smallest model, ~10× cheaper per token). Keep Sonnet for reasoning synthesis. Add quality check: sample 20 evals, confirm Haiku accuracy ≥95% vs Sonnet.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8895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314553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~5–10% reduction in tokens per triage R. Label check latency: ~3s → ~1s. Annual cost saving at scale: significant.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694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E8C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39502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switch blindly. Validate with sampled outputs first. Haiku may miss edge cases (indie labels with major distribution deals).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566928"/>
            <a:ext cx="868680" cy="2743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858000" y="5669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Pillar: Energy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7863840" y="566928"/>
            <a:ext cx="86868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863840" y="5669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Pillar: Carbon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50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3  ·  MEDIUM EFFORT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Parallelise research agent nodes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research runs 4 data nodes sequentially. Server idles while waiting for each API response. Total wall-clock: ~120 seconds.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2084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2340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parallel execution for the 4 data collection nodes (Spotify/Last.fm, NewsAPI, YouTube, Pinecone). Synthesise node still runs last. LangGraph StateGraph natively supports this — it is a code change, not an architecture change.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8895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314553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report time: ~120s → ~80s. Server holds connection for 33% less time per research R. Direct UX improvement for A&amp;R managers.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694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7EC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outcome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39502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reports improve the tool's perceived quality; reduced server load per report; lower energy per 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566928"/>
            <a:ext cx="868680" cy="2743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858000" y="5669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Pillar: Energy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7863840" y="566928"/>
            <a:ext cx="868680" cy="274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863840" y="5669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Pillar: Hardware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5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4  ·  QUICK WIN / STRATEGIC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Eliminate cold start waste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free tier spins down after 15 min idle. Cold start = 30–50s of wasted compute that produces no value. Estimated 5–8 cold starts per working day.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2084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 (cheap)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23408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/health ping every 10 min during business hours (07:00–20:00 Frankfurt). Keeps service warm. ~1ms compute per ping — far less than a cold start. No cost.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8895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 (better)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314553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to Render paid tier ($7/month). Eliminates cold starts entirely. At any real production usage, one A&amp;R manager waiting 45s/day exceeds $7/month in lost time.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6941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impact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39502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≤1 cold start per day during business hours. Option B: 0 cold starts. Both improve response consistency and demo reliability.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566928"/>
            <a:ext cx="868680" cy="2743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858000" y="5669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Pillar: Energy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7863840" y="566928"/>
            <a:ext cx="868680" cy="274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863840" y="5669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Pillar: Hardware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PLAN  ·  2-WEEK SPRINT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A2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would track — and what counts as success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65960" cy="2743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965960" cy="2743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256032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measure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617720" y="1371600"/>
            <a:ext cx="1965960" cy="2743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61772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target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675120" y="1371600"/>
            <a:ext cx="1965960" cy="2743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67512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1691640"/>
            <a:ext cx="82296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94360" y="174650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per triage 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51760" y="174650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usage.input_tokens from Anthropic API response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09160" y="174650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wk1; reduce ≥10% after Haiku switch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766560" y="174650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Energy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258568"/>
            <a:ext cx="8229600" cy="512064"/>
          </a:xfrm>
          <a:prstGeom prst="rect">
            <a:avLst/>
          </a:prstGeom>
          <a:solidFill>
            <a:srgbClr val="F0F5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94360" y="23134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calls per R (repeat artist)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51760" y="23134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in triage_chain.py per tool call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09160" y="23134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by 100% for cached artists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23134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Carbon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2825496"/>
            <a:ext cx="82296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94360" y="288036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 frequency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51760" y="288036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 &gt;5s = cold start flag in logs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09160" y="288036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≤1 per working day after keep-warm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766560" y="288036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3392424"/>
            <a:ext cx="8229600" cy="512064"/>
          </a:xfrm>
          <a:prstGeom prst="rect">
            <a:avLst/>
          </a:prstGeom>
          <a:solidFill>
            <a:srgbClr val="F0F5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594360" y="34472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wall-clock time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651760" y="34472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start/end timestamp per research run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09160" y="34472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&lt;90s after parallel nodes (from ~120s)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766560" y="34472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Energy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" y="3959352"/>
            <a:ext cx="82296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594360" y="40142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R (proxy for energy)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651760" y="40142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+ OpenAI API billing per evaluation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09160" y="40142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≥15% after Haiku switch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66560" y="40142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pillars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292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 framing: We measure energy (E) per R. Currently E is unknown — cost per R is the best available proxy until Anthropic publishes per-call energy data.</a:t>
            </a:r>
            <a:endParaRPr lang="en-US" sz="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FF3CF2-C9FA-7B19-1EB7-EAFAA73E1F92}"/>
              </a:ext>
            </a:extLst>
          </p:cNvPr>
          <p:cNvSpPr txBox="1"/>
          <p:nvPr/>
        </p:nvSpPr>
        <p:spPr>
          <a:xfrm>
            <a:off x="485290" y="4846320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Note R = one completed artist evaluation returning a SIGN/WATCH/PASS decision with reasoning.</a:t>
            </a:r>
            <a:endParaRPr lang="de-DE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CAVEATS  ·  HONEST LIMITS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A2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 can and cannot claim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CLAIM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609344"/>
            <a:ext cx="3749040" cy="1828800"/>
          </a:xfrm>
          <a:prstGeom prst="rect">
            <a:avLst/>
          </a:prstGeom>
          <a:solidFill>
            <a:srgbClr val="FEF0F0"/>
          </a:solidFill>
          <a:ln w="12700">
            <a:solidFill>
              <a:srgbClr val="E0A0A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Carbon neutral — no energy data from Anthropic/OpenAI/Render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Precise CO₂ savings — grid intensity varies by hour and season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Offsets ≠ SCI — financial offsets do not reduce compute energy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0" y="13258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CLAIM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0" y="1609344"/>
            <a:ext cx="4206240" cy="1828800"/>
          </a:xfrm>
          <a:prstGeom prst="rect">
            <a:avLst/>
          </a:prstGeom>
          <a:solidFill>
            <a:srgbClr val="F0F5F0"/>
          </a:solidFill>
          <a:ln w="12700">
            <a:solidFill>
              <a:srgbClr val="A0C8A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709160" y="1691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Caching reduces API calls per R — verifiable from logs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09160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95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Haiku reduces tokens per label check — verifiable from API usage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09160" y="2788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Parallel nodes reduce wall-clock time per R — measurable from logs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5661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VALIDATE NEXT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Instrument token logging (currently absent) for one week baseline  ·  2. Check Render Frankfurt energy mix  ·  3. Run Haiku quality check on 50 sampled artists  ·  4. Check Anthropic DPF certification for GDPR compliance (parallel obligation)</a:t>
            </a:r>
            <a:endParaRPr lang="en-US" sz="9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D11F5A-5BC9-6FFE-4BBA-562299A87AC8}"/>
              </a:ext>
            </a:extLst>
          </p:cNvPr>
          <p:cNvSpPr txBox="1"/>
          <p:nvPr/>
        </p:nvSpPr>
        <p:spPr>
          <a:xfrm>
            <a:off x="485290" y="4846320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Note R = one completed artist evaluation returning a SIGN/WATCH/PASS decision with reasoning.</a:t>
            </a:r>
            <a:endParaRPr lang="de-DE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 HYPOTHESIS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A2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If we implement all four — what changes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011680" cy="2743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606040" y="1371600"/>
            <a:ext cx="2011680" cy="2743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260604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2011680" cy="2743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70916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(target)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812280" y="1371600"/>
            <a:ext cx="2011680" cy="27432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81228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1691640"/>
            <a:ext cx="832104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502920" y="1691640"/>
            <a:ext cx="54864" cy="585216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40080" y="17830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streaming data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0" y="17830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API calls / repeat 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17830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API calls / repeat 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49440" y="17830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2350008"/>
            <a:ext cx="8321040" cy="585216"/>
          </a:xfrm>
          <a:prstGeom prst="rect">
            <a:avLst/>
          </a:prstGeom>
          <a:solidFill>
            <a:srgbClr val="F0F5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502920" y="2350008"/>
            <a:ext cx="54864" cy="585216"/>
          </a:xfrm>
          <a:prstGeom prst="rect">
            <a:avLst/>
          </a:prstGeom>
          <a:solidFill>
            <a:srgbClr val="E8C96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40080" y="24414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for label check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0" y="24414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~2800 tokens / triage 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24414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~2300 tokens / triage 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49440" y="24414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008376"/>
            <a:ext cx="832104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502920" y="3008376"/>
            <a:ext cx="54864" cy="585216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640080" y="309981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research nodes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0" y="309981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~120s / research 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309981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~80s / research 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49440" y="309981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3666744"/>
            <a:ext cx="8321040" cy="585216"/>
          </a:xfrm>
          <a:prstGeom prst="rect">
            <a:avLst/>
          </a:prstGeom>
          <a:solidFill>
            <a:srgbClr val="F0F5F0"/>
          </a:solidFill>
          <a:ln w="381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502920" y="3666744"/>
            <a:ext cx="54864" cy="58521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40080" y="37581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Keep-warm ping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0" y="37581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~5–8 cold starts/day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37581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≤1 cold start/day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49440" y="37581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44348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hypothesis: all four improvements together → ~15–25% cost reduction per triage R · ~33% faster research reports · verifiable from API billing and application logs after 2-week measurement sprint.</a:t>
            </a:r>
            <a:endParaRPr lang="en-US" sz="9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CFD0A6-3A9D-FBDA-A1B4-90F3380B8A8F}"/>
              </a:ext>
            </a:extLst>
          </p:cNvPr>
          <p:cNvSpPr txBox="1"/>
          <p:nvPr/>
        </p:nvSpPr>
        <p:spPr>
          <a:xfrm>
            <a:off x="485290" y="4846320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Note R = one completed artist evaluation returning a SIGN/WATCH/PASS decision with reasoning.</a:t>
            </a:r>
            <a:endParaRPr lang="de-DE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1438</Words>
  <Application>Microsoft Office PowerPoint</Application>
  <PresentationFormat>On-screen Show (16:9)</PresentationFormat>
  <Paragraphs>211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Daria Bystrova</cp:lastModifiedBy>
  <cp:revision>2</cp:revision>
  <dcterms:created xsi:type="dcterms:W3CDTF">2026-05-26T10:44:23Z</dcterms:created>
  <dcterms:modified xsi:type="dcterms:W3CDTF">2026-05-26T10:59:08Z</dcterms:modified>
</cp:coreProperties>
</file>